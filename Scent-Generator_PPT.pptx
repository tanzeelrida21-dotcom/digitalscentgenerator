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Open Sans" panose="020B0606030504020204" pitchFamily="34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386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3719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Scent Generator Project: Digitalizing Perfume Recommendations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0369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Welcome to the Scent Generator Project. This presentation outlines a novel approach to perfume selection, moving from traditional, often vague methods to a precise, digital recommendation system.</a:t>
            </a:r>
            <a:endParaRPr lang="en-US" sz="175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4D27579A-20DE-4EFB-B35F-DDB74ED54517}"/>
              </a:ext>
            </a:extLst>
          </p:cNvPr>
          <p:cNvSpPr/>
          <p:nvPr/>
        </p:nvSpPr>
        <p:spPr>
          <a:xfrm>
            <a:off x="793790" y="5941289"/>
            <a:ext cx="7756652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800" b="1" dirty="0"/>
              <a:t>Contribution &amp; Roles: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b="1" dirty="0"/>
              <a:t>Rida Tanzeel: </a:t>
            </a:r>
            <a:r>
              <a:rPr lang="en-US" dirty="0"/>
              <a:t>User Entry window and other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b="1" dirty="0"/>
              <a:t>Sidra Almas: </a:t>
            </a:r>
            <a:r>
              <a:rPr lang="en-US" dirty="0"/>
              <a:t>GUI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b="1" dirty="0"/>
              <a:t>Ahmad Khokhar: </a:t>
            </a:r>
            <a:r>
              <a:rPr lang="en-US" dirty="0"/>
              <a:t>Database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8985" y="431602"/>
            <a:ext cx="1651516" cy="294323"/>
          </a:xfrm>
          <a:prstGeom prst="roundRect">
            <a:avLst>
              <a:gd name="adj" fmla="val 17891"/>
            </a:avLst>
          </a:prstGeom>
          <a:solidFill>
            <a:srgbClr val="FFD8CC"/>
          </a:solidFill>
          <a:ln/>
        </p:spPr>
      </p:sp>
      <p:sp>
        <p:nvSpPr>
          <p:cNvPr id="3" name="Text 1"/>
          <p:cNvSpPr/>
          <p:nvPr/>
        </p:nvSpPr>
        <p:spPr>
          <a:xfrm>
            <a:off x="2452926" y="478512"/>
            <a:ext cx="1463635" cy="20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INTRODUCTION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58985" y="788551"/>
            <a:ext cx="9912310" cy="979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The Scent Generator: A Digital Perfume Recommender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2358985" y="2143958"/>
            <a:ext cx="4765000" cy="75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Scent Generator is an innovative digital perfume recommendation system designed to revolutionize how users discover their ideal fragrance.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58985" y="3036808"/>
            <a:ext cx="4765000" cy="501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replaces the traditional, often subjective process of manual questioning with a structured, questionnaire-based approach.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3796" y="2179201"/>
            <a:ext cx="4765000" cy="4765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58985" y="7296626"/>
            <a:ext cx="9912310" cy="501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By meticulously understanding user preferences, the system generates personalized scent suggestions, ensuring a more accurate and satisfying experience.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16531"/>
            <a:ext cx="3251835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FFAD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892135"/>
            <a:ext cx="296441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FAD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UNDERSTANDING THE CHALLENGE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34874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Addressing the Flaws in Traditional Perfume Selection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3106460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3310" y="3106460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FFAD94"/>
          </a:solidFill>
          <a:ln/>
        </p:spPr>
      </p:sp>
      <p:sp>
        <p:nvSpPr>
          <p:cNvPr id="7" name="Text 5"/>
          <p:cNvSpPr/>
          <p:nvPr/>
        </p:nvSpPr>
        <p:spPr>
          <a:xfrm>
            <a:off x="1142524" y="3363754"/>
            <a:ext cx="28611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Manual Questioning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2524" y="3854172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Reliance on subjective, open-ended questions that lead to inconsistent results.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3106460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98067" y="3106460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FFAD94"/>
          </a:solidFill>
          <a:ln/>
        </p:spPr>
      </p:sp>
      <p:sp>
        <p:nvSpPr>
          <p:cNvPr id="11" name="Text 9"/>
          <p:cNvSpPr/>
          <p:nvPr/>
        </p:nvSpPr>
        <p:spPr>
          <a:xfrm>
            <a:off x="7777282" y="3363754"/>
            <a:ext cx="36466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Time-Consuming Process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77282" y="3854172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Users often spend significant time sampling and describing preferences, leading to frustration.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064085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3310" y="5064085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FFAD94"/>
          </a:solidFill>
          <a:ln/>
        </p:spPr>
      </p:sp>
      <p:sp>
        <p:nvSpPr>
          <p:cNvPr id="15" name="Text 13"/>
          <p:cNvSpPr/>
          <p:nvPr/>
        </p:nvSpPr>
        <p:spPr>
          <a:xfrm>
            <a:off x="1142524" y="5321379"/>
            <a:ext cx="417802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Inaccurate Recommendations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42524" y="5811798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Without structured data, suggestions can miss the mark, resulting in user dissatisfaction.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428548" y="5064085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98067" y="5064085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FFAD94"/>
          </a:solidFill>
          <a:ln/>
        </p:spPr>
      </p:sp>
      <p:sp>
        <p:nvSpPr>
          <p:cNvPr id="19" name="Text 17"/>
          <p:cNvSpPr/>
          <p:nvPr/>
        </p:nvSpPr>
        <p:spPr>
          <a:xfrm>
            <a:off x="7777282" y="5321379"/>
            <a:ext cx="32986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Lack of Personalization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777282" y="5811798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General advice rather than tailored recommendations based on individual nuances.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93790" y="705004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There is a clear need for a smart, structured, and digital solution to simplify and enhance the perfume selection journey.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9235" y="1105733"/>
            <a:ext cx="1107043" cy="294799"/>
          </a:xfrm>
          <a:prstGeom prst="roundRect">
            <a:avLst>
              <a:gd name="adj" fmla="val 17887"/>
            </a:avLst>
          </a:prstGeom>
          <a:solidFill>
            <a:srgbClr val="FFD8CC"/>
          </a:solidFill>
          <a:ln/>
        </p:spPr>
      </p:sp>
      <p:sp>
        <p:nvSpPr>
          <p:cNvPr id="4" name="Text 1"/>
          <p:cNvSpPr/>
          <p:nvPr/>
        </p:nvSpPr>
        <p:spPr>
          <a:xfrm>
            <a:off x="643295" y="1152763"/>
            <a:ext cx="918924" cy="200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SOLUTION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49235" y="1463278"/>
            <a:ext cx="8045529" cy="980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The Scent Generator System: A Smart Digital Approach</a:t>
            </a:r>
            <a:endParaRPr lang="en-US" sz="3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235" y="2679263"/>
            <a:ext cx="784622" cy="94154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90782" y="2836188"/>
            <a:ext cx="1961674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Collects Preferences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490782" y="3175516"/>
            <a:ext cx="7103983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Utilizes an intuitive questionnaire to gather detailed user input on scent preferences.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235" y="3620810"/>
            <a:ext cx="784622" cy="94154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90782" y="3777734"/>
            <a:ext cx="1961674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Analyzes Attributes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1490782" y="4117062"/>
            <a:ext cx="7103983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Evaluates mood, occasion, desired scent type, and intensity for a comprehensive profile.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235" y="4562356"/>
            <a:ext cx="784622" cy="94154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90782" y="4719280"/>
            <a:ext cx="1961674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Generates Formula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1490782" y="5058608"/>
            <a:ext cx="7103983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Develops a personalized perfume formula tailored to the user's unique profile.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235" y="5503902"/>
            <a:ext cx="784622" cy="94154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90782" y="5660827"/>
            <a:ext cx="1961674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Suggests Digitally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1490782" y="6000155"/>
            <a:ext cx="7103983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Provides precise perfume recommendations through a user-friendly digital interface.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549235" y="6621899"/>
            <a:ext cx="8045529" cy="501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solution significantly enhances accuracy, improves user experience, and streamlines decision-making in perfume selection.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05332" y="487799"/>
            <a:ext cx="1271826" cy="333256"/>
          </a:xfrm>
          <a:prstGeom prst="roundRect">
            <a:avLst>
              <a:gd name="adj" fmla="val 17885"/>
            </a:avLst>
          </a:prstGeom>
          <a:solidFill>
            <a:srgbClr val="FFD8CC"/>
          </a:solidFill>
          <a:ln/>
        </p:spPr>
      </p:sp>
      <p:sp>
        <p:nvSpPr>
          <p:cNvPr id="3" name="Text 1"/>
          <p:cNvSpPr/>
          <p:nvPr/>
        </p:nvSpPr>
        <p:spPr>
          <a:xfrm>
            <a:off x="1811655" y="540901"/>
            <a:ext cx="1059180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GOALS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705332" y="891897"/>
            <a:ext cx="10023991" cy="55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Key Objectives for the Scent Generator Project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705332" y="1712238"/>
            <a:ext cx="709493" cy="1064300"/>
          </a:xfrm>
          <a:prstGeom prst="roundRect">
            <a:avLst>
              <a:gd name="adj" fmla="val 360032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27027" y="2111335"/>
            <a:ext cx="265986" cy="265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92110" y="1889522"/>
            <a:ext cx="2217301" cy="277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Digitize Selection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592110" y="2272903"/>
            <a:ext cx="10332958" cy="283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Transform traditional perfume preference gathering into a streamlined digital process.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705332" y="2953822"/>
            <a:ext cx="709493" cy="1064300"/>
          </a:xfrm>
          <a:prstGeom prst="roundRect">
            <a:avLst>
              <a:gd name="adj" fmla="val 360032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27027" y="3352919"/>
            <a:ext cx="265986" cy="26598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92110" y="3131106"/>
            <a:ext cx="3527941" cy="277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Personalized Recommendations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2592110" y="3514487"/>
            <a:ext cx="10332958" cy="283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 highly accurate and tailored scent suggestions to each user.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1705332" y="4195405"/>
            <a:ext cx="709493" cy="1064300"/>
          </a:xfrm>
          <a:prstGeom prst="roundRect">
            <a:avLst>
              <a:gd name="adj" fmla="val 360032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27027" y="4594503"/>
            <a:ext cx="265986" cy="26598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592110" y="4372689"/>
            <a:ext cx="2372797" cy="277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Reduce Manual Effort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2592110" y="4756071"/>
            <a:ext cx="10332958" cy="283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Minimize human intervention and eliminate confusion in the selection process.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1705332" y="5436989"/>
            <a:ext cx="709493" cy="1064300"/>
          </a:xfrm>
          <a:prstGeom prst="roundRect">
            <a:avLst>
              <a:gd name="adj" fmla="val 360032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27027" y="5836087"/>
            <a:ext cx="265986" cy="26598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592110" y="5614273"/>
            <a:ext cx="2217301" cy="277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Apply SE Principles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2592110" y="5997654"/>
            <a:ext cx="10332958" cy="283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 robust software engineering methodologies throughout development.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1705332" y="6678573"/>
            <a:ext cx="709493" cy="1064300"/>
          </a:xfrm>
          <a:prstGeom prst="roundRect">
            <a:avLst>
              <a:gd name="adj" fmla="val 360032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27027" y="7077670"/>
            <a:ext cx="265986" cy="26598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592110" y="6855857"/>
            <a:ext cx="2217301" cy="277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Demonstrate MVC</a:t>
            </a:r>
            <a:endParaRPr lang="en-US" sz="1700" dirty="0"/>
          </a:p>
        </p:txBody>
      </p:sp>
      <p:sp>
        <p:nvSpPr>
          <p:cNvPr id="24" name="Text 17"/>
          <p:cNvSpPr/>
          <p:nvPr/>
        </p:nvSpPr>
        <p:spPr>
          <a:xfrm>
            <a:off x="2592110" y="7239238"/>
            <a:ext cx="10332958" cy="283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Showcase an effective MVC-based system design for modularity and scalability.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4424" y="540544"/>
            <a:ext cx="1964055" cy="369094"/>
          </a:xfrm>
          <a:prstGeom prst="roundRect">
            <a:avLst>
              <a:gd name="adj" fmla="val 17878"/>
            </a:avLst>
          </a:prstGeom>
          <a:solidFill>
            <a:srgbClr val="FFD8CC"/>
          </a:solidFill>
          <a:ln/>
        </p:spPr>
      </p:sp>
      <p:sp>
        <p:nvSpPr>
          <p:cNvPr id="3" name="Text 1"/>
          <p:cNvSpPr/>
          <p:nvPr/>
        </p:nvSpPr>
        <p:spPr>
          <a:xfrm>
            <a:off x="1222177" y="599361"/>
            <a:ext cx="1728549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04424" y="988100"/>
            <a:ext cx="12421433" cy="1227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System Overview: From Input to Personalized Scent</a:t>
            </a:r>
            <a:endParaRPr lang="en-US" sz="3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363" y="2510195"/>
            <a:ext cx="7295436" cy="4329827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98400" y="3568476"/>
            <a:ext cx="621049" cy="62104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45084" y="5835694"/>
            <a:ext cx="1813463" cy="349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Output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24778" y="3569641"/>
            <a:ext cx="621049" cy="62104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59623" y="5835694"/>
            <a:ext cx="1813463" cy="349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Processing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39317" y="3569641"/>
            <a:ext cx="621049" cy="62104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136900" y="5835694"/>
            <a:ext cx="1813463" cy="349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Input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1104424" y="7060883"/>
            <a:ext cx="12421433" cy="62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Scent Generator meticulously processes user responses to deliver a precise and personalized perfume recommendation, detailing its core components.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0666" y="648414"/>
            <a:ext cx="1334333" cy="344210"/>
          </a:xfrm>
          <a:prstGeom prst="roundRect">
            <a:avLst>
              <a:gd name="adj" fmla="val 17886"/>
            </a:avLst>
          </a:prstGeom>
          <a:solidFill>
            <a:srgbClr val="FFD8CC"/>
          </a:solidFill>
          <a:ln/>
        </p:spPr>
      </p:sp>
      <p:sp>
        <p:nvSpPr>
          <p:cNvPr id="3" name="Text 1"/>
          <p:cNvSpPr/>
          <p:nvPr/>
        </p:nvSpPr>
        <p:spPr>
          <a:xfrm>
            <a:off x="1630561" y="703302"/>
            <a:ext cx="1114544" cy="234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METHODOLOGY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520666" y="1065848"/>
            <a:ext cx="8052911" cy="572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The Questionnaire-Based Approach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520666" y="1913096"/>
            <a:ext cx="11589068" cy="586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system employs a sophisticated questionnaire to capture nuanced user preferences, ensuring highly relevant and accurate scent suggestions.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520666" y="2705457"/>
            <a:ext cx="5702975" cy="2096691"/>
          </a:xfrm>
          <a:prstGeom prst="roundRect">
            <a:avLst>
              <a:gd name="adj" fmla="val 3670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11404" y="2896195"/>
            <a:ext cx="549593" cy="549593"/>
          </a:xfrm>
          <a:prstGeom prst="roundRect">
            <a:avLst>
              <a:gd name="adj" fmla="val 16636103"/>
            </a:avLst>
          </a:prstGeom>
          <a:solidFill>
            <a:srgbClr val="FFAD9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62495" y="3047286"/>
            <a:ext cx="247293" cy="247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11404" y="3628906"/>
            <a:ext cx="2290286" cy="286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User Mood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711404" y="4025146"/>
            <a:ext cx="5321498" cy="586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Determining current emotional state to match with suitable aromatic profiles.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406759" y="2705457"/>
            <a:ext cx="5702975" cy="2096691"/>
          </a:xfrm>
          <a:prstGeom prst="roundRect">
            <a:avLst>
              <a:gd name="adj" fmla="val 3670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597497" y="2896195"/>
            <a:ext cx="549593" cy="549593"/>
          </a:xfrm>
          <a:prstGeom prst="roundRect">
            <a:avLst>
              <a:gd name="adj" fmla="val 16636103"/>
            </a:avLst>
          </a:prstGeom>
          <a:solidFill>
            <a:srgbClr val="FFAD94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8588" y="3047286"/>
            <a:ext cx="247293" cy="247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97497" y="3628906"/>
            <a:ext cx="2290286" cy="286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Usage Occasion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7597497" y="4025146"/>
            <a:ext cx="5321498" cy="586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Identifying the context (e.g., daily, evening, special event) for optimal scent pairing.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1520666" y="4985266"/>
            <a:ext cx="5702975" cy="2096691"/>
          </a:xfrm>
          <a:prstGeom prst="roundRect">
            <a:avLst>
              <a:gd name="adj" fmla="val 3670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711404" y="5176004"/>
            <a:ext cx="549593" cy="549593"/>
          </a:xfrm>
          <a:prstGeom prst="roundRect">
            <a:avLst>
              <a:gd name="adj" fmla="val 16636103"/>
            </a:avLst>
          </a:prstGeom>
          <a:solidFill>
            <a:srgbClr val="FFAD94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62495" y="5327094"/>
            <a:ext cx="247293" cy="247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11404" y="5908715"/>
            <a:ext cx="2574369" cy="286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Preferred Scent Family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711404" y="6304955"/>
            <a:ext cx="5321498" cy="586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Pinpointing desired fragrance categories (e.g., floral, woody, oriental, fresh).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7406759" y="4985266"/>
            <a:ext cx="5702975" cy="2096691"/>
          </a:xfrm>
          <a:prstGeom prst="roundRect">
            <a:avLst>
              <a:gd name="adj" fmla="val 3670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597497" y="5176004"/>
            <a:ext cx="549593" cy="549593"/>
          </a:xfrm>
          <a:prstGeom prst="roundRect">
            <a:avLst>
              <a:gd name="adj" fmla="val 16636103"/>
            </a:avLst>
          </a:prstGeom>
          <a:solidFill>
            <a:srgbClr val="FFAD94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48588" y="5327094"/>
            <a:ext cx="247293" cy="24729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597497" y="5908715"/>
            <a:ext cx="2290286" cy="286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Perfume Strength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7597497" y="6304955"/>
            <a:ext cx="5321498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Gauging desired intensity and longevity of the fragrance.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1520666" y="7288054"/>
            <a:ext cx="11589068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response is strategically mapped to predefined perfume notes, guaranteeing consistent, logical, and highly personalized results.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26099" y="707827"/>
            <a:ext cx="1377196" cy="308253"/>
          </a:xfrm>
          <a:prstGeom prst="roundRect">
            <a:avLst>
              <a:gd name="adj" fmla="val 17885"/>
            </a:avLst>
          </a:prstGeom>
          <a:solidFill>
            <a:srgbClr val="FFD8CC"/>
          </a:solidFill>
          <a:ln/>
        </p:spPr>
      </p:sp>
      <p:sp>
        <p:nvSpPr>
          <p:cNvPr id="3" name="Text 1"/>
          <p:cNvSpPr/>
          <p:nvPr/>
        </p:nvSpPr>
        <p:spPr>
          <a:xfrm>
            <a:off x="2224445" y="756999"/>
            <a:ext cx="1180505" cy="209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CORE CAPABILITIES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126099" y="1081683"/>
            <a:ext cx="9750623" cy="512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Functional Requirements of the Scent Generator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126099" y="1840468"/>
            <a:ext cx="369094" cy="369094"/>
          </a:xfrm>
          <a:prstGeom prst="roundRect">
            <a:avLst>
              <a:gd name="adj" fmla="val 18671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59261" y="1896785"/>
            <a:ext cx="2050971" cy="256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User Questionnaire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59261" y="2251472"/>
            <a:ext cx="9844921" cy="262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Allow users to easily complete a comprehensive questionnaire about their scent preferences.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126099" y="2842022"/>
            <a:ext cx="369094" cy="369094"/>
          </a:xfrm>
          <a:prstGeom prst="roundRect">
            <a:avLst>
              <a:gd name="adj" fmla="val 18671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9261" y="2898338"/>
            <a:ext cx="2050971" cy="256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Process Preferences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59261" y="3253026"/>
            <a:ext cx="9844921" cy="262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Efficiently analyze user input to identify key characteristics for scent generation.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126099" y="3843576"/>
            <a:ext cx="369094" cy="369094"/>
          </a:xfrm>
          <a:prstGeom prst="roundRect">
            <a:avLst>
              <a:gd name="adj" fmla="val 18671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9261" y="3899892"/>
            <a:ext cx="2525911" cy="256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Generate Scent Formulas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59261" y="4254579"/>
            <a:ext cx="9844921" cy="262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unique and personalized perfume formulas based on processed preferences.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126099" y="4845129"/>
            <a:ext cx="369094" cy="369094"/>
          </a:xfrm>
          <a:prstGeom prst="roundRect">
            <a:avLst>
              <a:gd name="adj" fmla="val 18671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9261" y="4901446"/>
            <a:ext cx="2050971" cy="256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Display Suggestions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59261" y="5256133"/>
            <a:ext cx="9844921" cy="262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Present clear and concise perfume recommendations to the user.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126099" y="5846683"/>
            <a:ext cx="369094" cy="369094"/>
          </a:xfrm>
          <a:prstGeom prst="roundRect">
            <a:avLst>
              <a:gd name="adj" fmla="val 18671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9261" y="5903000"/>
            <a:ext cx="2050971" cy="256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Store Preferences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659261" y="6257687"/>
            <a:ext cx="9844921" cy="262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Securely save user preferences and past results for future reference and improvement.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126099" y="6848237"/>
            <a:ext cx="369094" cy="369094"/>
          </a:xfrm>
          <a:prstGeom prst="roundRect">
            <a:avLst>
              <a:gd name="adj" fmla="val 18671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9261" y="6904553"/>
            <a:ext cx="2050971" cy="256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Update Choices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59261" y="7259241"/>
            <a:ext cx="9844921" cy="262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 functionality for users to modify their saved preferences at any time.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65772" y="430292"/>
            <a:ext cx="1448753" cy="309443"/>
          </a:xfrm>
          <a:prstGeom prst="roundRect">
            <a:avLst>
              <a:gd name="adj" fmla="val 16994"/>
            </a:avLst>
          </a:prstGeom>
          <a:noFill/>
          <a:ln w="7620">
            <a:solidFill>
              <a:srgbClr val="FFAD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467213" y="484823"/>
            <a:ext cx="1245870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FFAD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QUALITY ASSURANCE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65772" y="802243"/>
            <a:ext cx="9898856" cy="97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Non-Functional Requirements for a Superior User Experience</a:t>
            </a:r>
            <a:endParaRPr lang="en-US" sz="3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772" y="2190869"/>
            <a:ext cx="4758571" cy="47585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13677" y="2155746"/>
            <a:ext cx="4758571" cy="500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Usability:</a:t>
            </a:r>
            <a:r>
              <a:rPr lang="en-US" sz="1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system must be intuitive and easy for all users to navigate and understand.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513677" y="2711053"/>
            <a:ext cx="4758571" cy="500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Performance:</a:t>
            </a:r>
            <a:r>
              <a:rPr lang="en-US" sz="1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Rapid generation of results to ensure a seamless and responsive user experience.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13677" y="3266361"/>
            <a:ext cx="4758571" cy="500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Scalability:</a:t>
            </a:r>
            <a:r>
              <a:rPr lang="en-US" sz="1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Capable of efficiently handling a growing number of concurrent users without degradation.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13677" y="3821668"/>
            <a:ext cx="4758571" cy="500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Reliability &amp; Accuracy:</a:t>
            </a:r>
            <a:r>
              <a:rPr lang="en-US" sz="1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Consistently provide precise and dependable scent recommendations.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513677" y="4376976"/>
            <a:ext cx="4758571" cy="500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Security:</a:t>
            </a:r>
            <a:r>
              <a:rPr lang="en-US" sz="1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Robust protection for all user data and personal preferences.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13677" y="4932283"/>
            <a:ext cx="4758571" cy="500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Maintainability &amp; Extensibility:</a:t>
            </a:r>
            <a:r>
              <a:rPr lang="en-US" sz="1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Designed for easy updates, maintenance, and future feature expansion.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365772" y="7301389"/>
            <a:ext cx="9898856" cy="500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requirements ensure the Scent Generator is not only functional but also delivers a high-quality, dependable, and satisfying experience.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90198" y="332661"/>
            <a:ext cx="1305997" cy="227171"/>
          </a:xfrm>
          <a:prstGeom prst="roundRect">
            <a:avLst>
              <a:gd name="adj" fmla="val 17889"/>
            </a:avLst>
          </a:prstGeom>
          <a:solidFill>
            <a:srgbClr val="FFD8CC"/>
          </a:solidFill>
          <a:ln/>
        </p:spPr>
      </p:sp>
      <p:sp>
        <p:nvSpPr>
          <p:cNvPr id="3" name="Text 1"/>
          <p:cNvSpPr/>
          <p:nvPr/>
        </p:nvSpPr>
        <p:spPr>
          <a:xfrm>
            <a:off x="3562707" y="368856"/>
            <a:ext cx="1160978" cy="154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UNDERLYING STRUCTURE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90198" y="608171"/>
            <a:ext cx="7649885" cy="756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Architectural Model: Leveraging MVC for Robustness</a:t>
            </a:r>
            <a:endParaRPr lang="en-US" sz="2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198" y="1545550"/>
            <a:ext cx="7649885" cy="43111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71188" y="1919101"/>
            <a:ext cx="1416846" cy="211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Model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671188" y="2191355"/>
            <a:ext cx="1416846" cy="339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Manages data and business logic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549594" y="2959127"/>
            <a:ext cx="1409309" cy="211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View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549594" y="3231380"/>
            <a:ext cx="1409309" cy="339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Renders the user interface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724061" y="4687793"/>
            <a:ext cx="1364092" cy="211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Controller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724061" y="4960046"/>
            <a:ext cx="1364092" cy="50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Handles input and coordinates components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490198" y="5992654"/>
            <a:ext cx="7649885" cy="386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Scent Generator project adopts the Model-View-Controller (MVC) architectural pattern, a proven approach for developing flexible and scalable applications.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490198" y="6515576"/>
            <a:ext cx="7649885" cy="193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Model:</a:t>
            </a:r>
            <a:r>
              <a:rPr lang="en-US" sz="9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Manages all data, business logic, rules, and application state.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490198" y="6751320"/>
            <a:ext cx="7649885" cy="193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View:</a:t>
            </a:r>
            <a:r>
              <a:rPr lang="en-US" sz="9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Responsible for displaying data from the Model to the user through the interface.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490198" y="6987064"/>
            <a:ext cx="7649885" cy="386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Controller:</a:t>
            </a:r>
            <a:r>
              <a:rPr lang="en-US" sz="9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Acts as an intermediary, receiving user input from the View and instructing the Model to update its state or the View to update its display.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490198" y="7509986"/>
            <a:ext cx="7649885" cy="386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separation of concerns significantly enhances modularity, simplifies maintenance, and boosts the overall scalability of the system, making it adaptable for future enhancements.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883</Words>
  <Application>Microsoft Office PowerPoint</Application>
  <PresentationFormat>Custom</PresentationFormat>
  <Paragraphs>109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Open Sans</vt:lpstr>
      <vt:lpstr>Merriweather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Muhammad Ahmad</cp:lastModifiedBy>
  <cp:revision>2</cp:revision>
  <dcterms:created xsi:type="dcterms:W3CDTF">2026-01-21T07:18:48Z</dcterms:created>
  <dcterms:modified xsi:type="dcterms:W3CDTF">2026-01-21T07:26:56Z</dcterms:modified>
</cp:coreProperties>
</file>